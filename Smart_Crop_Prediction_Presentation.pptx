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Crop Weather Intelligence</a:t>
            </a:r>
          </a:p>
          <a:p>
            <a:r>
              <a:t>(Weather-Based Crop Prediction)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Domain: Machine Learning &amp; Agricultural Data Analytics</a:t>
            </a:r>
          </a:p>
          <a:p/>
          <a:p>
            <a:r>
              <a:t>Abstract: Analyzing climate inputs to recommend optimal crops using Decision Trees and bridging meteorology with agriculture.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&amp; Objectives:</a:t>
            </a:r>
          </a:p>
          <a:p>
            <a:r>
              <a:t>Provide accessible, reliable crop recommendations.</a:t>
            </a:r>
          </a:p>
          <a:p>
            <a:r>
              <a:t>Maximize yield and mitigate financial risks.</a:t>
            </a:r>
          </a:p>
          <a:p/>
          <a:p>
            <a:r>
              <a:t>System Description:</a:t>
            </a:r>
          </a:p>
          <a:p>
            <a:r>
              <a:t>Full-stack app with dynamic web GUI mapped to robust Python ML backend.</a:t>
            </a:r>
          </a:p>
          <a:p/>
          <a:p>
            <a:r>
              <a:t>Proposed System:</a:t>
            </a:r>
          </a:p>
          <a:p>
            <a:r>
              <a:t>Responsive search portal with automated pipeline generating 1000+ crops.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Requirements:</a:t>
            </a:r>
          </a:p>
          <a:p>
            <a:r>
              <a:t>Core CPU, 2GB+ RAM, 500MB+ Storage</a:t>
            </a:r>
          </a:p>
          <a:p/>
          <a:p>
            <a:r>
              <a:t>Software Requirements:</a:t>
            </a:r>
          </a:p>
          <a:p>
            <a:r>
              <a:t>Windows/Linux/macOS</a:t>
            </a:r>
          </a:p>
          <a:p>
            <a:r>
              <a:t>Python, Web Browser</a:t>
            </a:r>
          </a:p>
          <a:p>
            <a:r>
              <a:t>Pandas, Scikit-Learn, HTML/JS/CSS</a:t>
            </a:r>
          </a:p>
          <a:p/>
          <a:p>
            <a:r>
              <a:t>Characteristics:</a:t>
            </a:r>
          </a:p>
          <a:p>
            <a:r>
              <a:t>Responsive UI, scalable DB</a:t>
            </a:r>
          </a:p>
          <a:p>
            <a:r>
              <a:t>Cross-browser compatible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Requirements:</a:t>
            </a:r>
          </a:p>
          <a:p>
            <a:r>
              <a:t>Accept temp, rain, humidity inputs -&gt; return prediction.</a:t>
            </a:r>
          </a:p>
          <a:p>
            <a:r>
              <a:t>Catalog search for localized needs.</a:t>
            </a:r>
          </a:p>
          <a:p/>
          <a:p>
            <a:r>
              <a:t>Non-Functional Requirement:</a:t>
            </a:r>
          </a:p>
          <a:p>
            <a:r>
              <a:t>Scalable to 1000+ crops, fast load speed.</a:t>
            </a:r>
          </a:p>
          <a:p/>
          <a:p>
            <a:r>
              <a:t>External Interfaces:</a:t>
            </a:r>
          </a:p>
          <a:p>
            <a:r>
              <a:t>Particle.js backgrounds, FontAwesome.</a:t>
            </a:r>
          </a:p>
          <a:p/>
          <a:p>
            <a:r>
              <a:t>Performance:</a:t>
            </a:r>
          </a:p>
          <a:p>
            <a:r>
              <a:t>ML execution avoids memory overflow; Lookups &lt; 500ms.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Plan (Gantt 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T1 [Week 1]: Requirement Analysis &amp; Domain Research</a:t>
            </a:r>
          </a:p>
          <a:p>
            <a:r>
              <a:t>T2 [Week 2-3]: UI/UX Design &amp; Frontend Implementation</a:t>
            </a:r>
          </a:p>
          <a:p>
            <a:r>
              <a:t>T3 [Week 4]: Dataset Generation (Synthetic Modeling)</a:t>
            </a:r>
          </a:p>
          <a:p>
            <a:r>
              <a:t>T4 [Week 5]: ML Model Training &amp; Optimization</a:t>
            </a:r>
          </a:p>
          <a:p>
            <a:r>
              <a:t>T5 [Week 6]: System Integration &amp; Delivery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Integration:</a:t>
            </a:r>
          </a:p>
          <a:p>
            <a:r>
              <a:t>User Request -&gt; UI Frontend (HTML/CSS)</a:t>
            </a:r>
          </a:p>
          <a:p>
            <a:r>
              <a:t>UI -&gt; JavaScript Runtime</a:t>
            </a:r>
          </a:p>
          <a:p/>
          <a:p>
            <a:r>
              <a:t>Backend Integration:</a:t>
            </a:r>
          </a:p>
          <a:p>
            <a:r>
              <a:t>Dataset Generation (generate.py) -&gt; CSV Creation</a:t>
            </a:r>
          </a:p>
          <a:p>
            <a:r>
              <a:t>ML Training Pipeline (train.py) -&gt; Decision Tree Eval (test.py)</a:t>
            </a:r>
          </a:p>
          <a:p/>
          <a:p>
            <a:r>
              <a:t>Result:</a:t>
            </a:r>
          </a:p>
          <a:p>
            <a:r>
              <a:t>Prediction -&gt;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of Solution (SRS)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Process:</a:t>
            </a:r>
          </a:p>
          <a:p>
            <a:r>
              <a:t>Users input precise climate metrics (Temp/Rain/Humidity).</a:t>
            </a:r>
          </a:p>
          <a:p/>
          <a:p>
            <a:r>
              <a:t>Output:</a:t>
            </a:r>
          </a:p>
          <a:p>
            <a:r>
              <a:t>Model predicts class label (Crop Name) + rich metadata.</a:t>
            </a:r>
          </a:p>
          <a:p/>
          <a:p>
            <a:r>
              <a:t>Data Storage:</a:t>
            </a:r>
          </a:p>
          <a:p>
            <a:r>
              <a:t>Local formats (.csv for ML, .js for Catalog) -&gt; scalable.</a:t>
            </a:r>
          </a:p>
          <a:p/>
          <a:p>
            <a:r>
              <a:t>Menu Design:</a:t>
            </a:r>
          </a:p>
          <a:p>
            <a:r>
              <a:t>Hero Menu, Analysis Tool, Tabulated Results Pane.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Code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Standardization:</a:t>
            </a:r>
          </a:p>
          <a:p>
            <a:r>
              <a:t>ES6 JavaScript, Modular Python imports, HTML5 layout.</a:t>
            </a:r>
          </a:p>
          <a:p/>
          <a:p>
            <a:r>
              <a:t>Comments &amp; Documentation:</a:t>
            </a:r>
          </a:p>
          <a:p>
            <a:r>
              <a:t>Math operations &amp; dataset generations thoroughly commented.</a:t>
            </a:r>
          </a:p>
          <a:p/>
          <a:p>
            <a:r>
              <a:t>Error Handling:</a:t>
            </a:r>
          </a:p>
          <a:p>
            <a:r>
              <a:t>Try/Except in Python.</a:t>
            </a:r>
          </a:p>
          <a:p>
            <a:r>
              <a:t>MemoryError catching for 32-bit limits.</a:t>
            </a:r>
          </a:p>
          <a:p>
            <a:r>
              <a:t>UI fallback (Crop Not Found).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Plan:</a:t>
            </a:r>
          </a:p>
          <a:p>
            <a:r>
              <a:t>Validate dateset integrity, ML accuracy, and workflows.</a:t>
            </a:r>
          </a:p>
          <a:p/>
          <a:p>
            <a:r>
              <a:t>Test Cases Executed:</a:t>
            </a:r>
          </a:p>
          <a:p>
            <a:r>
              <a:t>Warm/Wet: Temp 28.5C, Rain 210mm -&gt; Rice (PASS)</a:t>
            </a:r>
          </a:p>
          <a:p>
            <a:r>
              <a:t>Cool/Dry: Temp 18.0C, Rain 80mm -&gt; Wheat (PASS)</a:t>
            </a:r>
          </a:p>
          <a:p/>
          <a:p>
            <a:r>
              <a:t>Testing Methodologies:</a:t>
            </a:r>
          </a:p>
          <a:p>
            <a:r>
              <a:t>Black Box Testing (ML predictions)</a:t>
            </a:r>
          </a:p>
          <a:p>
            <a:r>
              <a:t>Integration Testing (raw .csv to Pandas Dataframe)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