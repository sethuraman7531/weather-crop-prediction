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0E6FF"/>
                </a:solidFill>
                <a:latin typeface="Segoe UI"/>
              </a:rPr>
              <a:t>Smart Crop Weather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  <a:latin typeface="Segoe UI"/>
              </a:rPr>
              <a:t>Domain: Machine Learning &amp; Agricultural Data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Abstract: Analyzing climate inputs to recommend optimal crops using Decision Trees.</a:t>
            </a:r>
          </a:p>
        </p:txBody>
      </p:sp>
      <p:pic>
        <p:nvPicPr>
          <p:cNvPr id="4" name="Picture 3" descr="project_photo_17745303874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00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E6FF"/>
                </a:solidFill>
                <a:latin typeface="Segoe U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  <a:latin typeface="Segoe UI"/>
              </a:rPr>
              <a:t>Scope &amp; Objectives: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Provide accessible, reliable crop recommendations.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Maximize yield and mitigate financial risks.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System Description: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Full-stack app with dynamic web GUI mapped to robust ML backend.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Proposed System: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Responsive search portal with automated pipeline generating 1000+ crops.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E6FF"/>
                </a:solidFill>
                <a:latin typeface="Segoe UI"/>
              </a:rPr>
              <a:t>Overall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  <a:latin typeface="Segoe UI"/>
              </a:rPr>
              <a:t>Hardware Requirements: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Core CPU, 2GB+ RAM, 500MB+ Storage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Software Requirements: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Windows/Linux/macOS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Python, Web Browser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Pandas, Scikit-Learn, HTML/JS/CSS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Characteristics: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Responsive UI, scalable DB, Cross-browser compatible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E6FF"/>
                </a:solidFill>
                <a:latin typeface="Segoe UI"/>
              </a:rPr>
              <a:t>Specific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  <a:latin typeface="Segoe UI"/>
              </a:rPr>
              <a:t>Functional Requirements: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Accept temp, rain, humidity inputs -&gt; return prediction.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Catalog search for localized needs.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Non-Functional Requirement: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Scalable to 1000+ crops, fast load speed.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External Interfaces: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Particle.js backgrounds, FontAwesome.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Performance: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ML execution avoids memory overflow; Lookups &lt; 500ms.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E6FF"/>
                </a:solidFill>
                <a:latin typeface="Segoe UI"/>
              </a:rPr>
              <a:t>Action Plan (Gantt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  <a:latin typeface="Segoe UI"/>
              </a:rPr>
              <a:t>T1 [Week 1]: Requirement Analysis &amp; Domain Research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T2 [Week 2-3]: UI/UX Design &amp; Frontend Implementation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T3 [Week 4]: Dataset Generation (Synthetic Modeling)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T4 [Week 5]: ML Model Training &amp; Optimization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T5 [Week 6]: System Integration &amp; Delivery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E6FF"/>
                </a:solidFill>
                <a:latin typeface="Segoe UI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  <a:latin typeface="Segoe UI"/>
              </a:rPr>
              <a:t>Frontend Integration: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User Request -&gt; UI Frontend (HTML/CSS)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UI -&gt; JavaScript Runtime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Backend Integration: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Dataset Generation (generate.py) -&gt; CSV Creation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ML Training Pipeline (train.py) -&gt; Decision Tree Eval (test.py)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Result: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Prediction -&gt; 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E6FF"/>
                </a:solidFill>
                <a:latin typeface="Segoe UI"/>
              </a:rPr>
              <a:t>Method of Solution (SRS)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  <a:latin typeface="Segoe UI"/>
              </a:rPr>
              <a:t>Input Process: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Users input precise climate metrics (Temp/Rain/Humidity).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Output: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Model predicts class label (Crop Name) + rich metadata.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Data Storage: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Local formats (.csv for ML, .js for Catalog) -&gt; scalable database structure.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Menu Design: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Hero Menu, Analysis Tool, Tabulated Results Pane.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E6FF"/>
                </a:solidFill>
                <a:latin typeface="Segoe UI"/>
              </a:rPr>
              <a:t>Programming Code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  <a:latin typeface="Segoe UI"/>
              </a:rPr>
              <a:t>Standardization: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ES6 JavaScript, Modular Python imports, HTML5 layout.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Comments &amp; Documentation: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Mathematical ranges &amp; dataset generations thoughtfully documented.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Error Handling: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Try/Except in Python ML scripts.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MemoryError catching for 32-bit compilation limits.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Dynamic UI fallback (Crop Not Found)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E6FF"/>
                </a:solidFill>
                <a:latin typeface="Segoe UI"/>
              </a:rPr>
              <a:t>Testing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  <a:latin typeface="Segoe UI"/>
              </a:rPr>
              <a:t>Test Plan: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Validate dateset integrity, ML accuracy, and workflows.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Test Cases Executed: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Warm/Wet: Temp 28.5C, Rain 210mm -&gt; Rice (PASS)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Cool/Dry: Temp 18.0C, Rain 80mm -&gt; Wheat (PASS)</a:t>
            </a:r>
          </a:p>
          <a:p/>
          <a:p>
            <a:r>
              <a:rPr>
                <a:solidFill>
                  <a:srgbClr val="F0F0F0"/>
                </a:solidFill>
                <a:latin typeface="Segoe UI"/>
              </a:rPr>
              <a:t>Methodologies: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Black Box Testing (ML predictions)</a:t>
            </a:r>
          </a:p>
          <a:p>
            <a:r>
              <a:rPr>
                <a:solidFill>
                  <a:srgbClr val="F0F0F0"/>
                </a:solidFill>
                <a:latin typeface="Segoe UI"/>
              </a:rPr>
              <a:t>- Integration Testing (.csv dynamically consumed by Pandas Dataframe)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